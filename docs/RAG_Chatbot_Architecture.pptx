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11457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RAG Chatbot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56692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/ Workflow Diagram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57432" cy="292608"/>
          </a:xfrm>
          <a:prstGeom prst="rect">
            <a:avLst/>
          </a:prstGeom>
          <a:solidFill>
            <a:srgbClr val="DCE6F1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Document Processing &amp; Indexing  (Offline / One-time)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084832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" y="13350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Documents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one or more PDFs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file type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73736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24328" y="1280160"/>
            <a:ext cx="2084832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3350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from PDFs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doc name &amp; page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7448" y="173736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82896" y="1280160"/>
            <a:ext cx="2084832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56048" y="13350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Chunking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smaller chunks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size: 800, overlap: 100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86016" y="173736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141464" y="1280160"/>
            <a:ext cx="2084832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14616" y="13350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embeddings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44584" y="173736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00032" y="1280160"/>
            <a:ext cx="2084832" cy="914400"/>
          </a:xfrm>
          <a:prstGeom prst="rect">
            <a:avLst/>
          </a:prstGeom>
          <a:solidFill>
            <a:srgbClr val="F7F9FC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73184" y="133502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Database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embeddings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metadata (doc + page)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11457432" cy="292608"/>
          </a:xfrm>
          <a:prstGeom prst="rect">
            <a:avLst/>
          </a:prstGeom>
          <a:solidFill>
            <a:srgbClr val="E2EFDA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33172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Retrieval &amp; Generation  (Per Question)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5760" y="2697480"/>
            <a:ext cx="2084832" cy="914400"/>
          </a:xfrm>
          <a:prstGeom prst="rect">
            <a:avLst/>
          </a:prstGeom>
          <a:solidFill>
            <a:srgbClr val="F7FB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8912" y="275234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question in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315468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624328" y="2697480"/>
            <a:ext cx="2084832" cy="914400"/>
          </a:xfrm>
          <a:prstGeom prst="rect">
            <a:avLst/>
          </a:prstGeom>
          <a:solidFill>
            <a:srgbClr val="F7FB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697480" y="275234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Embedding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same model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27448" y="315468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882896" y="2697480"/>
            <a:ext cx="2084832" cy="914400"/>
          </a:xfrm>
          <a:prstGeom prst="rect">
            <a:avLst/>
          </a:prstGeom>
          <a:solidFill>
            <a:srgbClr val="F7FB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56048" y="275234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retrieval (K = 4)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threshold 0.35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86016" y="315468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41464" y="2697480"/>
            <a:ext cx="2084832" cy="914400"/>
          </a:xfrm>
          <a:prstGeom prst="rect">
            <a:avLst/>
          </a:prstGeom>
          <a:solidFill>
            <a:srgbClr val="F7FB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14616" y="275234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Relevant Chunks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relevant chunks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doc name &amp; page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244584" y="3154680"/>
            <a:ext cx="137160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400032" y="2697480"/>
            <a:ext cx="2084832" cy="914400"/>
          </a:xfrm>
          <a:prstGeom prst="rect">
            <a:avLst/>
          </a:prstGeom>
          <a:solidFill>
            <a:srgbClr val="F7FB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73184" y="2752344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(FAISS)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Queried for each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question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0442448" y="2212848"/>
            <a:ext cx="9144" cy="4663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" y="3749040"/>
            <a:ext cx="11457432" cy="292608"/>
          </a:xfrm>
          <a:prstGeom prst="rect">
            <a:avLst/>
          </a:prstGeom>
          <a:solidFill>
            <a:srgbClr val="FCE4D6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37490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833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LLM Generation  (Grounded)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65760" y="4114800"/>
            <a:ext cx="3611880" cy="777240"/>
          </a:xfrm>
          <a:prstGeom prst="rect">
            <a:avLst/>
          </a:prstGeom>
          <a:solidFill>
            <a:srgbClr val="FFFA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8912" y="4169664"/>
            <a:ext cx="34655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(context)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95928" y="4503420"/>
            <a:ext cx="265176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279392" y="4114800"/>
            <a:ext cx="3611880" cy="777240"/>
          </a:xfrm>
          <a:prstGeom prst="rect">
            <a:avLst/>
          </a:prstGeom>
          <a:solidFill>
            <a:srgbClr val="FFFA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52544" y="4169664"/>
            <a:ext cx="34655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openai/gpt-oss-20b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09560" y="4503420"/>
            <a:ext cx="265176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193024" y="4114800"/>
            <a:ext cx="3611880" cy="777240"/>
          </a:xfrm>
          <a:prstGeom prst="rect">
            <a:avLst/>
          </a:prstGeom>
          <a:solidFill>
            <a:srgbClr val="FFFAF6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266176" y="4169664"/>
            <a:ext cx="346557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document context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unsupported info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94476" y="3630168"/>
            <a:ext cx="9144" cy="4663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65760" y="5029200"/>
            <a:ext cx="11457432" cy="292608"/>
          </a:xfrm>
          <a:prstGeom prst="rect">
            <a:avLst/>
          </a:prstGeom>
          <a:solidFill>
            <a:srgbClr val="EDEDED"/>
          </a:solidFill>
          <a:ln w="9525">
            <a:solidFill>
              <a:srgbClr val="80808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7200" y="502920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Output  (Streamlit UI)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888236" y="5394960"/>
            <a:ext cx="5120640" cy="868680"/>
          </a:xfrm>
          <a:prstGeom prst="rect">
            <a:avLst/>
          </a:prstGeom>
          <a:solidFill>
            <a:srgbClr val="FAFAFA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961388" y="5449824"/>
            <a:ext cx="49743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Response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question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 &amp; page number</a:t>
            </a:r>
            <a:endParaRPr lang="en-US" sz="950" dirty="0"/>
          </a:p>
          <a:p>
            <a:pPr algn="l" marL="127000" indent="-127000">
              <a:buSzPct val="100000"/>
              <a:buChar char="•"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maintained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374636" y="5394960"/>
            <a:ext cx="2926080" cy="370332"/>
          </a:xfrm>
          <a:prstGeom prst="rect">
            <a:avLst/>
          </a:prstGeom>
          <a:solidFill>
            <a:srgbClr val="FAFAFA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47788" y="5449824"/>
            <a:ext cx="2779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374636" y="5893308"/>
            <a:ext cx="2926080" cy="370332"/>
          </a:xfrm>
          <a:prstGeom prst="rect">
            <a:avLst/>
          </a:prstGeom>
          <a:solidFill>
            <a:srgbClr val="FAFAFA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447788" y="5948172"/>
            <a:ext cx="27797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Chat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27164" y="5829300"/>
            <a:ext cx="329184" cy="91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094476" y="4910328"/>
            <a:ext cx="9144" cy="466344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2026-09-23T15:42:35Z</dcterms:created>
  <dcterms:modified xsi:type="dcterms:W3CDTF">2026-09-23T15:42:35Z</dcterms:modified>
</cp:coreProperties>
</file>